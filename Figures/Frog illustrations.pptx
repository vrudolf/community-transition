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49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0CDD-71DC-F6F0-40F2-ABA6E082E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95D95-3D59-7C0F-CC4B-125475D8E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73B28-F7AF-DFDB-98F1-E9FD50D9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DA45B-5EA1-EC5A-C933-C7A1CD30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A120E-50FB-005F-AD33-1A0A2F337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043A-3313-8B30-42F7-3D51AE20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F6BE6-E4D9-E7F6-8EB7-D5B26A672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0BC01-D886-1F54-4C7C-56650281C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29D20-7437-3479-1BFB-4BC29E40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7ECE8-E412-E405-D99C-407005AD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1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D5F9-7517-B4E1-8896-2260F27D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6BEFA-95FC-8926-2102-B2F8DCA87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13A57-FC64-C573-64C5-628B5854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10D35-A2C2-F0B8-02F1-D185E8FF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5CF55-C4CC-B19E-0624-F396EBD1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4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DFD6-DC67-D1F6-FBD3-7721BDE74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615B9-ED5E-7F81-BD32-9DA2F58F8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267DF-F7B5-82FA-02D6-182D6E46B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CCFDD-AB07-EA24-1687-524FC0AC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5DC17-B769-1C54-0FB2-3C4CF389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5A4F1-9BEB-426E-3905-EC984163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AFB88-F478-A97E-079D-19BE699D9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5BABB-9605-6C0C-F0C6-494231740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A754B-4286-ADBD-5705-9D85BEDB9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C408A-74D6-8A03-F019-49F1015D8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AB991-A18B-59D1-7F10-5958CA542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76284-A37F-006B-CD89-C09E6FC8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968A44-6080-0739-5CC7-3EFB5758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44E28-DD92-085A-B057-FCC31E1F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8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0E3E-2CBB-1C3B-231C-99AEC4C4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2EAE3-AF33-058E-27A3-897AFF6A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DEDC1-90A2-EE25-E23C-399908CEE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83A3C-A90A-BBD6-A481-1301EBCF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1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0B4DF-5BFC-6C49-099B-03353280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60A80-13DB-0AC0-3918-0F2B0248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1B609-ACC4-8111-6B5F-45E6B068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2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BD26-C508-C154-46FE-67CF65B6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EF3D4-68C0-6FE9-75E9-67A37A1F7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FD5FA-BA3C-267A-F5DD-EAE12F8E5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4DB2-1B1A-3CE6-EAD8-1C6C83F9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D2DD0-1567-27BE-979E-88C1C8BA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2B62A-0409-09FB-26C2-1C47E448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2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4E0D-654D-7CA8-578A-CAB73B262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D9A99-E327-66F0-2353-4FAD2936A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80FF0-4C6D-58A4-D545-BDF3DFD25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FFD4F-80FA-6D88-5ECC-1B80B6EC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57209-B39E-5AEF-305F-329E0C04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830BF-001A-E15D-E066-C7977BED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58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52248-D2E4-BD9E-45F4-5B1F7FD6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418F1-03E9-B7A7-35BD-9DBD9752F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B105F-545D-0CA8-5E9C-331C2C01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9968E-B973-3CAE-07F0-DA7C49995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6C1AC-0F16-9E90-38D8-502B64C0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F0A3C-211B-E944-2D6E-3CFB73DFC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7C6DB-34E1-1F8D-7471-FB5617C75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CE9FE-6EC8-F5A5-5F6B-972B1CDD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37D37-53D3-0486-2F21-6725EA52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8D423-2D1B-5375-2FB5-69A7FA05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2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82070-A478-CF52-D8D8-EA5B3FA72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44B9F-0C55-C2B2-8855-D263D57A9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06B1D-A7C1-3923-0E9D-8537D5A29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91AEF-B32C-45C3-A68D-5634C63BBF8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6C8AE-3AED-0893-F92B-1804CD1F2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3353D-EA46-63FC-4020-B07645363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A0295-00A2-4C4C-ABF4-7FC85C410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3455BF1-E283-ED52-2C8F-86EB6E516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4434" y="-523088"/>
            <a:ext cx="2113422" cy="2113422"/>
          </a:xfrm>
          <a:prstGeom prst="rect">
            <a:avLst/>
          </a:prstGeom>
        </p:spPr>
      </p:pic>
      <p:pic>
        <p:nvPicPr>
          <p:cNvPr id="11" name="Picture 10" descr="A brown frog with a large head&#10;&#10;AI-generated content may be incorrect.">
            <a:extLst>
              <a:ext uri="{FF2B5EF4-FFF2-40B4-BE49-F238E27FC236}">
                <a16:creationId xmlns:a16="http://schemas.microsoft.com/office/drawing/2014/main" id="{56C86713-B81F-BBE4-C7C5-06CB49E79E0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126" y="1696262"/>
            <a:ext cx="1938841" cy="1938841"/>
          </a:xfrm>
          <a:prstGeom prst="rect">
            <a:avLst/>
          </a:prstGeom>
        </p:spPr>
      </p:pic>
      <p:pic>
        <p:nvPicPr>
          <p:cNvPr id="13" name="Picture 12" descr="A brown frog with a large head&#10;&#10;AI-generated content may be incorrect.">
            <a:extLst>
              <a:ext uri="{FF2B5EF4-FFF2-40B4-BE49-F238E27FC236}">
                <a16:creationId xmlns:a16="http://schemas.microsoft.com/office/drawing/2014/main" id="{A6D37AB5-9EE6-5B46-5DDB-533AA724316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961" y="206330"/>
            <a:ext cx="2107006" cy="2107006"/>
          </a:xfrm>
          <a:prstGeom prst="rect">
            <a:avLst/>
          </a:prstGeom>
        </p:spPr>
      </p:pic>
      <p:pic>
        <p:nvPicPr>
          <p:cNvPr id="15" name="Picture 14" descr="A brown frog with a large round head&#10;&#10;AI-generated content may be incorrect.">
            <a:extLst>
              <a:ext uri="{FF2B5EF4-FFF2-40B4-BE49-F238E27FC236}">
                <a16:creationId xmlns:a16="http://schemas.microsoft.com/office/drawing/2014/main" id="{52A09F5B-2864-1FAC-FAFE-29361033CC1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421" y="1408403"/>
            <a:ext cx="2113421" cy="2113421"/>
          </a:xfrm>
          <a:prstGeom prst="rect">
            <a:avLst/>
          </a:prstGeom>
        </p:spPr>
      </p:pic>
      <p:pic>
        <p:nvPicPr>
          <p:cNvPr id="19" name="Picture 18" descr="A brown frog with a large head&#10;&#10;AI-generated content may be incorrect.">
            <a:extLst>
              <a:ext uri="{FF2B5EF4-FFF2-40B4-BE49-F238E27FC236}">
                <a16:creationId xmlns:a16="http://schemas.microsoft.com/office/drawing/2014/main" id="{D19CED8B-3F90-E92E-6D40-73D0D1601E6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06" y="3521824"/>
            <a:ext cx="1831477" cy="1831477"/>
          </a:xfrm>
          <a:prstGeom prst="rect">
            <a:avLst/>
          </a:prstGeom>
        </p:spPr>
      </p:pic>
      <p:pic>
        <p:nvPicPr>
          <p:cNvPr id="21" name="Picture 20" descr="A brown frog with a large round object&#10;&#10;AI-generated content may be incorrect.">
            <a:extLst>
              <a:ext uri="{FF2B5EF4-FFF2-40B4-BE49-F238E27FC236}">
                <a16:creationId xmlns:a16="http://schemas.microsoft.com/office/drawing/2014/main" id="{3A11E9E2-00B1-FE1B-213F-836FB7157A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137" y="3292729"/>
            <a:ext cx="2113421" cy="2113421"/>
          </a:xfrm>
          <a:prstGeom prst="rect">
            <a:avLst/>
          </a:prstGeom>
        </p:spPr>
      </p:pic>
      <p:pic>
        <p:nvPicPr>
          <p:cNvPr id="23" name="Picture 22" descr="A group of frogs with large balls on their heads&#10;&#10;AI-generated content may be incorrect.">
            <a:extLst>
              <a:ext uri="{FF2B5EF4-FFF2-40B4-BE49-F238E27FC236}">
                <a16:creationId xmlns:a16="http://schemas.microsoft.com/office/drawing/2014/main" id="{AB94430A-E597-169B-1608-BCB75BAD55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5020" y="-242043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7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Volker Rudolf</dc:creator>
  <cp:lastModifiedBy>Volker Rudolf</cp:lastModifiedBy>
  <cp:revision>1</cp:revision>
  <dcterms:created xsi:type="dcterms:W3CDTF">2026-01-16T01:18:25Z</dcterms:created>
  <dcterms:modified xsi:type="dcterms:W3CDTF">2026-01-16T02:09:23Z</dcterms:modified>
</cp:coreProperties>
</file>